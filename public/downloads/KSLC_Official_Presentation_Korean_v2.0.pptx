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d07bc411aa405d" /><Relationship Type="http://schemas.openxmlformats.org/officeDocument/2006/relationships/extended-properties" Target="/docProps/app.xml" Id="R68fa9adc7f8b4a0f" /><Relationship Type="http://schemas.openxmlformats.org/officeDocument/2006/relationships/officeDocument" Target="/ppt/presentation.xml" Id="R9b59105abbfe4b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a78e61859b43d0"/>
  </p:sldMasterIdLst>
  <p:notesMasterIdLst>
    <p:notesMasterId xmlns:r="http://schemas.openxmlformats.org/officeDocument/2006/relationships" r:id="Rc581a6293d8f4727"/>
  </p:notesMasterIdLst>
  <p:sldIdLst>
    <p:sldId xmlns:r="http://schemas.openxmlformats.org/officeDocument/2006/relationships" id="256" r:id="R2dffa690be194e66"/>
    <p:sldId xmlns:r="http://schemas.openxmlformats.org/officeDocument/2006/relationships" id="257" r:id="Ra75dfabb6b5a47c8"/>
    <p:sldId xmlns:r="http://schemas.openxmlformats.org/officeDocument/2006/relationships" id="258" r:id="R7e58e696a5144cf5"/>
    <p:sldId xmlns:r="http://schemas.openxmlformats.org/officeDocument/2006/relationships" id="259" r:id="R3899f378dd2a43ff"/>
    <p:sldId xmlns:r="http://schemas.openxmlformats.org/officeDocument/2006/relationships" id="260" r:id="Ra5e05db47bf549d5"/>
    <p:sldId xmlns:r="http://schemas.openxmlformats.org/officeDocument/2006/relationships" id="261" r:id="R6c0f6c1f07a24856"/>
    <p:sldId xmlns:r="http://schemas.openxmlformats.org/officeDocument/2006/relationships" id="262" r:id="R9a4b66f9dd52452e"/>
    <p:sldId xmlns:r="http://schemas.openxmlformats.org/officeDocument/2006/relationships" id="263" r:id="Rb80a2a52dd434788"/>
    <p:sldId xmlns:r="http://schemas.openxmlformats.org/officeDocument/2006/relationships" id="264" r:id="R613094dc9a21498e"/>
    <p:sldId xmlns:r="http://schemas.openxmlformats.org/officeDocument/2006/relationships" id="265" r:id="Rbc702371bd6542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cfde341ba44f39" /><Relationship Type="http://schemas.openxmlformats.org/officeDocument/2006/relationships/slideMaster" Target="/ppt/slideMasters/slideMaster1.xml" Id="R59a78e61859b43d0" /><Relationship Type="http://schemas.openxmlformats.org/officeDocument/2006/relationships/notesMaster" Target="/ppt/notesMasters/notesMaster1.xml" Id="Rc581a6293d8f4727" /><Relationship Type="http://schemas.openxmlformats.org/officeDocument/2006/relationships/presProps" Target="/ppt/presProps.xml" Id="R0ff7d95376924ed0" /><Relationship Type="http://schemas.openxmlformats.org/officeDocument/2006/relationships/viewProps" Target="/ppt/viewProps.xml" Id="R9e557fab712b4707" /><Relationship Type="http://schemas.openxmlformats.org/officeDocument/2006/relationships/tableStyles" Target="/ppt/tableStyles.xml" Id="Rc5e218aa634249be" /><Relationship Type="http://schemas.openxmlformats.org/officeDocument/2006/relationships/slide" Target="/ppt/slides/slide1.xml" Id="R2dffa690be194e66" /><Relationship Type="http://schemas.openxmlformats.org/officeDocument/2006/relationships/slide" Target="/ppt/slides/slide2.xml" Id="Ra75dfabb6b5a47c8" /><Relationship Type="http://schemas.openxmlformats.org/officeDocument/2006/relationships/slide" Target="/ppt/slides/slide3.xml" Id="R7e58e696a5144cf5" /><Relationship Type="http://schemas.openxmlformats.org/officeDocument/2006/relationships/slide" Target="/ppt/slides/slide4.xml" Id="R3899f378dd2a43ff" /><Relationship Type="http://schemas.openxmlformats.org/officeDocument/2006/relationships/slide" Target="/ppt/slides/slide5.xml" Id="Ra5e05db47bf549d5" /><Relationship Type="http://schemas.openxmlformats.org/officeDocument/2006/relationships/slide" Target="/ppt/slides/slide6.xml" Id="R6c0f6c1f07a24856" /><Relationship Type="http://schemas.openxmlformats.org/officeDocument/2006/relationships/slide" Target="/ppt/slides/slide7.xml" Id="R9a4b66f9dd52452e" /><Relationship Type="http://schemas.openxmlformats.org/officeDocument/2006/relationships/slide" Target="/ppt/slides/slide8.xml" Id="Rb80a2a52dd434788" /><Relationship Type="http://schemas.openxmlformats.org/officeDocument/2006/relationships/slide" Target="/ppt/slides/slide9.xml" Id="R613094dc9a21498e" /><Relationship Type="http://schemas.openxmlformats.org/officeDocument/2006/relationships/slide" Target="/ppt/slides/slide10.xml" Id="Rbc702371bd6542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244165865c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5a16c7a44a41e0" /><Relationship Type="http://schemas.openxmlformats.org/officeDocument/2006/relationships/notesMaster" Target="/ppt/notesMasters/notesMaster1.xml" Id="R16b66fbc779b4c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ec0525ec4c46e4" /><Relationship Type="http://schemas.openxmlformats.org/officeDocument/2006/relationships/notesMaster" Target="/ppt/notesMasters/notesMaster1.xml" Id="R614d371ee0134c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fac820bde44418" /><Relationship Type="http://schemas.openxmlformats.org/officeDocument/2006/relationships/notesMaster" Target="/ppt/notesMasters/notesMaster1.xml" Id="R5e431a8b6c294c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b58ab24c744f89" /><Relationship Type="http://schemas.openxmlformats.org/officeDocument/2006/relationships/notesMaster" Target="/ppt/notesMasters/notesMaster1.xml" Id="R13d857bdd9804f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33924c403a4010" /><Relationship Type="http://schemas.openxmlformats.org/officeDocument/2006/relationships/notesMaster" Target="/ppt/notesMasters/notesMaster1.xml" Id="Rbae5ae5a13894e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4d4356eeee4ce9" /><Relationship Type="http://schemas.openxmlformats.org/officeDocument/2006/relationships/notesMaster" Target="/ppt/notesMasters/notesMaster1.xml" Id="R34e05964a4dd4e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6753097061487e" /><Relationship Type="http://schemas.openxmlformats.org/officeDocument/2006/relationships/notesMaster" Target="/ppt/notesMasters/notesMaster1.xml" Id="Re1248e8a0ac84c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7cc750d8754887" /><Relationship Type="http://schemas.openxmlformats.org/officeDocument/2006/relationships/notesMaster" Target="/ppt/notesMasters/notesMaster1.xml" Id="R65de285cf2bf4d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46c04edea14564" /><Relationship Type="http://schemas.openxmlformats.org/officeDocument/2006/relationships/notesMaster" Target="/ppt/notesMasters/notesMaster1.xml" Id="Rd1ba39d1fa9e4f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556542eefb4995" /><Relationship Type="http://schemas.openxmlformats.org/officeDocument/2006/relationships/notesMaster" Target="/ppt/notesMasters/notesMaster1.xml" Id="Ra31c4f1fd0f447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KSLC_Phase_1_Official_Website_Source_v2.0 (user-approved KSLC official content)</a:t>
            </a:r>
          </a:p>
          <a:p xmlns:a="http://schemas.openxmlformats.org/drawingml/2006/main">
            <a:r>
              <a:t>- 60b67541-3d3d-47be-8491-07ba957463ee.pptx (user-provided visual reference)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KSLC_Phase_1_Official_Website_Source_v2.0 (user-approved KSLC official content)</a:t>
            </a:r>
          </a:p>
          <a:p xmlns:a="http://schemas.openxmlformats.org/drawingml/2006/main">
            <a:r>
              <a:t>- 60b67541-3d3d-47be-8491-07ba957463ee.pptx (user-provided visual reference)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KSLC_Phase_1_Official_Website_Source_v2.0 (user-approved KSLC official content)</a:t>
            </a:r>
          </a:p>
          <a:p xmlns:a="http://schemas.openxmlformats.org/drawingml/2006/main">
            <a:r>
              <a:t>- 60b67541-3d3d-47be-8491-07ba957463ee.pptx (user-provided visual reference)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KSLC_Phase_1_Official_Website_Source_v2.0 (user-approved KSLC official content)</a:t>
            </a:r>
          </a:p>
          <a:p xmlns:a="http://schemas.openxmlformats.org/drawingml/2006/main">
            <a:r>
              <a:t>- 60b67541-3d3d-47be-8491-07ba957463ee.pptx (user-provided visual reference)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KSLC_Phase_1_Official_Website_Source_v2.0 (user-approved KSLC official content)</a:t>
            </a:r>
          </a:p>
          <a:p xmlns:a="http://schemas.openxmlformats.org/drawingml/2006/main">
            <a:r>
              <a:t>- 60b67541-3d3d-47be-8491-07ba957463ee.pptx (user-provided visual reference)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KSLC_Phase_1_Official_Website_Source_v2.0 (user-approved KSLC official content)</a:t>
            </a:r>
          </a:p>
          <a:p xmlns:a="http://schemas.openxmlformats.org/drawingml/2006/main">
            <a:r>
              <a:t>- 60b67541-3d3d-47be-8491-07ba957463ee.pptx (user-provided visual reference)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KSLC_Phase_1_Official_Website_Source_v2.0 (user-approved KSLC official content)</a:t>
            </a:r>
          </a:p>
          <a:p xmlns:a="http://schemas.openxmlformats.org/drawingml/2006/main">
            <a:r>
              <a:t>- 60b67541-3d3d-47be-8491-07ba957463ee.pptx (user-provided visual reference)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KSLC_Phase_1_Official_Website_Source_v2.0 (user-approved KSLC official content)</a:t>
            </a:r>
          </a:p>
          <a:p xmlns:a="http://schemas.openxmlformats.org/drawingml/2006/main">
            <a:r>
              <a:t>- 60b67541-3d3d-47be-8491-07ba957463ee.pptx (user-provided visual reference)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KSLC_Phase_1_Official_Website_Source_v2.0 (user-approved KSLC official content)</a:t>
            </a:r>
          </a:p>
          <a:p xmlns:a="http://schemas.openxmlformats.org/drawingml/2006/main">
            <a:r>
              <a:t>- 60b67541-3d3d-47be-8491-07ba957463ee.pptx (user-provided visual reference)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KSLC_Phase_1_Official_Website_Source_v2.0 (user-approved KSLC official content)</a:t>
            </a:r>
          </a:p>
          <a:p xmlns:a="http://schemas.openxmlformats.org/drawingml/2006/main">
            <a:r>
              <a:t>- 60b67541-3d3d-47be-8491-07ba957463ee.pptx (user-provided visual reference)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115c1884342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b43fcefaa741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cfcbdf33e548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dbfca300745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f0883e671e48b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c06b3c91cb4d1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346227cf140c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f67848fa734a3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7457df96d452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95a805f04044e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58a19019946cc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AA7CD016-1F1F-4B24-8763-0673F288E40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6E188623-6C5E-4D7E-B161-377C583D94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  <a:endParaRPr/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7439FB6C-5DEF-4F6F-AE11-424F3D15FC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6994A0-0C24-4919-862F-77F3B6C491F0}" type="datetimeFigureOut">
              <a:t>7/30/2026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75128BCB-6E14-4B5B-8091-57ED530017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C18417C-6CB7-4865-AD4F-C61D4E324F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5159E-448B-4D09-85EC-FED37190E68A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3DFEAAA-0052-42EC-92F5-8C088AF26D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93F336C2-444B-4806-9EEF-13895CB5CE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DF14BBE-0C05-4EC5-81B8-D138A97909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6994A0-0C24-4919-862F-77F3B6C491F0}" type="datetimeFigureOut">
              <a:t>7/30/2026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241AB346-6611-435B-B969-6DFD28D1C3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5A5BBE32-320B-4D81-8A43-C7F3ECFA20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5159E-448B-4D09-85EC-FED37190E68A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6019F0F2-47E4-4DF9-AD66-078D38B5B9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82B8897A-72B9-404D-BC49-B8C19F1320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211BDE68-1D91-4BEC-8D32-625FC98045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6994A0-0C24-4919-862F-77F3B6C491F0}" type="datetimeFigureOut">
              <a:t>7/30/2026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BE80E09E-F2D4-4DAB-B87A-4895B192D6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7EC35003-03A6-4275-A410-FC822539A7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5159E-448B-4D09-85EC-FED37190E68A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C6E3665-212D-4900-8FC7-9E346515C4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C74A0C5D-274E-4B1F-A191-5F64AF0A63B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91921C32-0357-476C-A0AB-AF0F43B7716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6332A511-1F81-4D80-AB2E-DE53E96A0C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6994A0-0C24-4919-862F-77F3B6C491F0}" type="datetimeFigureOut">
              <a:t>7/30/2026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00A0F9BE-79EA-4691-B5E7-EB724FEAF2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5DE82F4D-2D60-4E89-9B1B-F859B5E648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5159E-448B-4D09-85EC-FED37190E68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50A336B-2539-461A-A140-4E6AB10202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26302CBF-01F3-458C-9450-58E1792BB5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C2D4CB87-71EB-46A1-AC16-7FF58058B70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7BBF121E-2E30-4C09-9272-EB82EA5A1E1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53CB8CAC-71D8-4180-9018-7FD21878E54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0C580AFD-F0F0-47EC-956A-E3DA9B5633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6994A0-0C24-4919-862F-77F3B6C491F0}" type="datetimeFigureOut">
              <a:t>7/30/2026</a:t>
            </a:fld>
            <a:endParaRPr/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577598A4-B24C-4804-BC42-7AEAA78D87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AD21B4AD-2287-4E59-AF3D-641254C1DA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5159E-448B-4D09-85EC-FED37190E68A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B83293B-64AF-4E40-A27B-A7A773AF0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76B83DDA-9C8E-42C9-A0A5-63C9C83BC4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6994A0-0C24-4919-862F-77F3B6C491F0}" type="datetimeFigureOut">
              <a:t>7/30/2026</a:t>
            </a:fld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D5BDC98F-4331-4161-A980-08764568D1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CC7BF15D-F31D-4583-91CB-99F83508DF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5159E-448B-4D09-85EC-FED37190E68A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976616C0-E1CA-469F-A24D-E41DB97C0D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6994A0-0C24-4919-862F-77F3B6C491F0}" type="datetimeFigureOut">
              <a:t>7/30/2026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391F788A-38C7-46F1-B7A9-21436415A7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7479564A-6E10-4C49-ABC7-97DDE875B8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5159E-448B-4D09-85EC-FED37190E68A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647B9656-6BC9-4AEC-9375-100F54233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E90FA96E-EE8C-45A2-83C3-6018791E88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9F392A5C-2B81-409D-96B8-DA7C2A8E16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A412D73A-ABEF-479C-9CA1-5D21013E22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6994A0-0C24-4919-862F-77F3B6C491F0}" type="datetimeFigureOut">
              <a:t>7/30/2026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920F05D1-D016-44BE-93EA-5B71B9BE10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C19A13EC-43B5-458C-9616-A7C1866146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5159E-448B-4D09-85EC-FED37190E68A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F267899-987F-44AA-9D80-FC70D2A19B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3575AC37-EA65-459B-995F-80B0C00C03E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16AFF7D1-0C64-4D23-AC33-5A9C5EF440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FAA175C9-EABD-4C60-96B8-24841A79FA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6994A0-0C24-4919-862F-77F3B6C491F0}" type="datetimeFigureOut">
              <a:t>7/30/2026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26A08B4C-B7C5-481D-BDB1-8706B1ACFD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2E3CCB40-DEBE-4212-86DA-539FBC0AE7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5159E-448B-4D09-85EC-FED37190E68A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E8CA601-245B-4DED-B5B1-D4534F94E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5EE43651-644D-4E63-A60B-BF179AC2E5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93786349-D0AA-4F5E-A316-AA7686E7CB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6994A0-0C24-4919-862F-77F3B6C491F0}" type="datetimeFigureOut">
              <a:t>7/30/2026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9D0A7606-F475-4397-B201-15B07A2F90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D4912831-52F6-4DB8-B453-C08FCF0267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5159E-448B-4D09-85EC-FED37190E68A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47FF18CB-6378-41A5-B3BB-F542C1D8FC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F4EFC4D9-D7BF-40C1-B3BA-B1FD50E29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7C71F61B-B138-47E3-A30B-D7EBB79852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6994A0-0C24-4919-862F-77F3B6C491F0}" type="datetimeFigureOut">
              <a:t>7/30/2026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6B70F3C4-CB2A-4636-BD94-BDAE187EC9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0852D422-6F95-443A-8214-E1759D4677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5159E-448B-4D09-85EC-FED37190E68A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0710bb20af43bc" /><Relationship Type="http://schemas.openxmlformats.org/officeDocument/2006/relationships/slideLayout" Target="/ppt/slideLayouts/slideLayout1.xml" Id="R133e61d8e8934525" /><Relationship Type="http://schemas.openxmlformats.org/officeDocument/2006/relationships/slideLayout" Target="/ppt/slideLayouts/slideLayout2.xml" Id="R569c0ece201b45fc" /><Relationship Type="http://schemas.openxmlformats.org/officeDocument/2006/relationships/slideLayout" Target="/ppt/slideLayouts/slideLayout3.xml" Id="R132b9899050047c4" /><Relationship Type="http://schemas.openxmlformats.org/officeDocument/2006/relationships/slideLayout" Target="/ppt/slideLayouts/slideLayout4.xml" Id="R2a57aeef62dd445a" /><Relationship Type="http://schemas.openxmlformats.org/officeDocument/2006/relationships/slideLayout" Target="/ppt/slideLayouts/slideLayout5.xml" Id="Rbfeb14a5e53346f0" /><Relationship Type="http://schemas.openxmlformats.org/officeDocument/2006/relationships/slideLayout" Target="/ppt/slideLayouts/slideLayout6.xml" Id="Rd532d63a28084773" /><Relationship Type="http://schemas.openxmlformats.org/officeDocument/2006/relationships/slideLayout" Target="/ppt/slideLayouts/slideLayout7.xml" Id="R368049be5d354558" /><Relationship Type="http://schemas.openxmlformats.org/officeDocument/2006/relationships/slideLayout" Target="/ppt/slideLayouts/slideLayout8.xml" Id="R370689bec07f43d8" /><Relationship Type="http://schemas.openxmlformats.org/officeDocument/2006/relationships/slideLayout" Target="/ppt/slideLayouts/slideLayout9.xml" Id="Ra0828820d3c04298" /><Relationship Type="http://schemas.openxmlformats.org/officeDocument/2006/relationships/slideLayout" Target="/ppt/slideLayouts/slideLayout10.xml" Id="Rd5497c2cc8ee423d" /><Relationship Type="http://schemas.openxmlformats.org/officeDocument/2006/relationships/slideLayout" Target="/ppt/slideLayouts/slideLayout11.xml" Id="R5a412315aedb43c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D05B4DA4-72AC-431D-AA38-4B700EDE30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9611DCF6-F0B7-4846-A28B-F6016A9FB3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9801DB97-F0B4-4945-9192-92124C086E1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D6994A0-0C24-4919-862F-77F3B6C491F0}" type="datetimeFigureOut">
              <a:t>7/30/2026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4FC94AE1-A619-41F9-9B5D-C895967B43F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178B01D8-F706-407C-AAE6-8FF26D66F12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2D5159E-448B-4D09-85EC-FED37190E68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3e61d8e8934525"/>
    <p:sldLayoutId xmlns:r="http://schemas.openxmlformats.org/officeDocument/2006/relationships" id="2147483650" r:id="R569c0ece201b45fc"/>
    <p:sldLayoutId xmlns:r="http://schemas.openxmlformats.org/officeDocument/2006/relationships" id="2147483651" r:id="R132b9899050047c4"/>
    <p:sldLayoutId xmlns:r="http://schemas.openxmlformats.org/officeDocument/2006/relationships" id="2147483652" r:id="R2a57aeef62dd445a"/>
    <p:sldLayoutId xmlns:r="http://schemas.openxmlformats.org/officeDocument/2006/relationships" id="2147483653" r:id="Rbfeb14a5e53346f0"/>
    <p:sldLayoutId xmlns:r="http://schemas.openxmlformats.org/officeDocument/2006/relationships" id="2147483654" r:id="Rd532d63a28084773"/>
    <p:sldLayoutId xmlns:r="http://schemas.openxmlformats.org/officeDocument/2006/relationships" id="2147483655" r:id="R368049be5d354558"/>
    <p:sldLayoutId xmlns:r="http://schemas.openxmlformats.org/officeDocument/2006/relationships" id="2147483656" r:id="R370689bec07f43d8"/>
    <p:sldLayoutId xmlns:r="http://schemas.openxmlformats.org/officeDocument/2006/relationships" id="2147483657" r:id="Ra0828820d3c04298"/>
    <p:sldLayoutId xmlns:r="http://schemas.openxmlformats.org/officeDocument/2006/relationships" id="2147483658" r:id="Rd5497c2cc8ee423d"/>
    <p:sldLayoutId xmlns:r="http://schemas.openxmlformats.org/officeDocument/2006/relationships" id="2147483659" r:id="R5a412315aedb43c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cc1d73a154a2f" /><Relationship Type="http://schemas.openxmlformats.org/officeDocument/2006/relationships/image" Target="/ppt/media/image.png" Id="Rdc88992697854cf5" /><Relationship Type="http://schemas.openxmlformats.org/officeDocument/2006/relationships/notesSlide" Target="/ppt/notesSlides/notesSlide1.xml" Id="R93535c36871c4b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af23e38d7d4d83" /><Relationship Type="http://schemas.openxmlformats.org/officeDocument/2006/relationships/image" Target="/ppt/media/image2.png" Id="R531dd6f2b65d4be6" /><Relationship Type="http://schemas.openxmlformats.org/officeDocument/2006/relationships/notesSlide" Target="/ppt/notesSlides/notesSlide2.xml" Id="R466f696d78e744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1f29b7669e42f5" /><Relationship Type="http://schemas.openxmlformats.org/officeDocument/2006/relationships/image" Target="/ppt/media/image3.png" Id="Rcc945a555a834db0" /><Relationship Type="http://schemas.openxmlformats.org/officeDocument/2006/relationships/notesSlide" Target="/ppt/notesSlides/notesSlide3.xml" Id="Rd9a02ac04ed34e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0ba8f791bf4c24" /><Relationship Type="http://schemas.openxmlformats.org/officeDocument/2006/relationships/image" Target="/ppt/media/image4.png" Id="Rcc1de81e4e5442eb" /><Relationship Type="http://schemas.openxmlformats.org/officeDocument/2006/relationships/notesSlide" Target="/ppt/notesSlides/notesSlide4.xml" Id="R08351ccb32644a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35acf547684064" /><Relationship Type="http://schemas.openxmlformats.org/officeDocument/2006/relationships/image" Target="/ppt/media/image5.png" Id="R52f5dfe9687546c1" /><Relationship Type="http://schemas.openxmlformats.org/officeDocument/2006/relationships/notesSlide" Target="/ppt/notesSlides/notesSlide5.xml" Id="Rd9a93bc28eb243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1e875c0716406f" /><Relationship Type="http://schemas.openxmlformats.org/officeDocument/2006/relationships/image" Target="/ppt/media/image6.png" Id="R3179c5ed5b594c5d" /><Relationship Type="http://schemas.openxmlformats.org/officeDocument/2006/relationships/notesSlide" Target="/ppt/notesSlides/notesSlide6.xml" Id="R6f725fc5fe7b44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23b22839ae4ad1" /><Relationship Type="http://schemas.openxmlformats.org/officeDocument/2006/relationships/image" Target="/ppt/media/image7.png" Id="R149a48c0ff514d62" /><Relationship Type="http://schemas.openxmlformats.org/officeDocument/2006/relationships/notesSlide" Target="/ppt/notesSlides/notesSlide7.xml" Id="R7cf79c0ba0d64b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2376f4204849c4" /><Relationship Type="http://schemas.openxmlformats.org/officeDocument/2006/relationships/image" Target="/ppt/media/image8.png" Id="Reca32066033c440d" /><Relationship Type="http://schemas.openxmlformats.org/officeDocument/2006/relationships/notesSlide" Target="/ppt/notesSlides/notesSlide8.xml" Id="R7902f93160bd46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45332d87c74e00" /><Relationship Type="http://schemas.openxmlformats.org/officeDocument/2006/relationships/image" Target="/ppt/media/image9.png" Id="R5d460b531b3a4443" /><Relationship Type="http://schemas.openxmlformats.org/officeDocument/2006/relationships/notesSlide" Target="/ppt/notesSlides/notesSlide9.xml" Id="Ra455597d530942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df7adc70894698" /><Relationship Type="http://schemas.openxmlformats.org/officeDocument/2006/relationships/image" Target="/ppt/media/image10.png" Id="Rb0f9bf9afbd74f8f" /><Relationship Type="http://schemas.openxmlformats.org/officeDocument/2006/relationships/notesSlide" Target="/ppt/notesSlides/notesSlide10.xml" Id="R2376c565c6524a7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8992697854c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307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dd6f2b65d4b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157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45a555a834d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1364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de81e4e5442e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1364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5dfe9687546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1641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9c5ed5b594c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1641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a48c0ff514d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156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32066033c44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9425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60b531b3a44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6111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9bf9afbd74f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136465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2026-08-07T21:02:37.6360000Z</dcterms:created>
  <dcterms:modified xsi:type="dcterms:W3CDTF">2026-08-07T21:02:37.6360000Z</dcterms:modified>
</coreProperties>
</file>