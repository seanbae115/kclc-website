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11" autoAdjust="0"/>
    <p:restoredTop sz="94660"/>
  </p:normalViewPr>
  <p:slideViewPr>
    <p:cSldViewPr snapToGrid="0">
      <p:cViewPr varScale="1">
        <p:scale>
          <a:sx n="84" d="100"/>
          <a:sy n="84" d="100"/>
        </p:scale>
        <p:origin x="45" y="4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7CD016-1F1F-4B24-8763-0673F288E4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E188623-6C5E-4D7E-B161-377C583D94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39FB6C-5DEF-4F6F-AE11-424F3D15F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994A0-0C24-4919-862F-77F3B6C491F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128BCB-6E14-4B5B-8091-57ED53001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18417C-6CB7-4865-AD4F-C61D4E324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159E-448B-4D09-85EC-FED37190E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199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DFEAAA-0052-42EC-92F5-8C088AF26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F336C2-444B-4806-9EEF-13895CB5C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F14BBE-0C05-4EC5-81B8-D138A9790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994A0-0C24-4919-862F-77F3B6C491F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1AB346-6611-435B-B969-6DFD28D1C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5BBE32-320B-4D81-8A43-C7F3ECFA2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159E-448B-4D09-85EC-FED37190E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50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19F0F2-47E4-4DF9-AD66-078D38B5B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B8897A-72B9-404D-BC49-B8C19F132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1BDE68-1D91-4BEC-8D32-625FC9804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994A0-0C24-4919-862F-77F3B6C491F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80E09E-F2D4-4DAB-B87A-4895B192D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C35003-03A6-4275-A410-FC822539A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159E-448B-4D09-85EC-FED37190E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17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6E3665-212D-4900-8FC7-9E346515C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4A0C5D-274E-4B1F-A191-5F64AF0A63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1921C32-0357-476C-A0AB-AF0F43B771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332A511-1F81-4D80-AB2E-DE53E96A0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994A0-0C24-4919-862F-77F3B6C491F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A0F9BE-79EA-4691-B5E7-EB724FEAF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DE82F4D-2D60-4E89-9B1B-F859B5E64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159E-448B-4D09-85EC-FED37190E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17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0A336B-2539-461A-A140-4E6AB1020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6302CBF-01F3-458C-9450-58E1792BB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2D4CB87-71EB-46A1-AC16-7FF58058B7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BBF121E-2E30-4C09-9272-EB82EA5A1E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3CB8CAC-71D8-4180-9018-7FD21878E5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C580AFD-F0F0-47EC-956A-E3DA9B563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994A0-0C24-4919-862F-77F3B6C491F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77598A4-B24C-4804-BC42-7AEAA78D8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D21B4AD-2287-4E59-AF3D-641254C1D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159E-448B-4D09-85EC-FED37190E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91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83293B-64AF-4E40-A27B-A7A773AF0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6B83DDA-9C8E-42C9-A0A5-63C9C83BC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994A0-0C24-4919-862F-77F3B6C491F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5BDC98F-4331-4161-A980-08764568D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7BF15D-F31D-4583-91CB-99F83508D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159E-448B-4D09-85EC-FED37190E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639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76616C0-E1CA-469F-A24D-E41DB97C0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994A0-0C24-4919-862F-77F3B6C491F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91F788A-38C7-46F1-B7A9-21436415A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79564A-6E10-4C49-ABC7-97DDE875B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159E-448B-4D09-85EC-FED37190E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320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7B9656-6BC9-4AEC-9375-100F54233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0FA96E-EE8C-45A2-83C3-6018791E8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F392A5C-2B81-409D-96B8-DA7C2A8E16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412D73A-ABEF-479C-9CA1-5D21013E2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994A0-0C24-4919-862F-77F3B6C491F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0F05D1-D016-44BE-93EA-5B71B9BE1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19A13EC-43B5-458C-9616-A7C186614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159E-448B-4D09-85EC-FED37190E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088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267899-987F-44AA-9D80-FC70D2A19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575AC37-EA65-459B-995F-80B0C00C03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6AFF7D1-0C64-4D23-AC33-5A9C5EF440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AA175C9-EABD-4C60-96B8-24841A79F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994A0-0C24-4919-862F-77F3B6C491F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A08B4C-B7C5-481D-BDB1-8706B1ACF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3CCB40-DEBE-4212-86DA-539FBC0AE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159E-448B-4D09-85EC-FED37190E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4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8CA601-245B-4DED-B5B1-D4534F94E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EE43651-644D-4E63-A60B-BF179AC2E5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786349-D0AA-4F5E-A316-AA7686E7C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994A0-0C24-4919-862F-77F3B6C491F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0A7606-F475-4397-B201-15B07A2F9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912831-52F6-4DB8-B453-C08FCF026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159E-448B-4D09-85EC-FED37190E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998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7FF18CB-6378-41A5-B3BB-F542C1D8FC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4EFC4D9-D7BF-40C1-B3BA-B1FD50E29A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71F61B-B138-47E3-A30B-D7EBB7985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994A0-0C24-4919-862F-77F3B6C491F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70F3C4-CB2A-4636-BD94-BDAE187EC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52D422-6F95-443A-8214-E1759D467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159E-448B-4D09-85EC-FED37190E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963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5B4DA4-72AC-431D-AA38-4B700EDE3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611DCF6-F0B7-4846-A28B-F6016A9FB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01DB97-F0B4-4945-9192-92124C086E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6994A0-0C24-4919-862F-77F3B6C491F0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C94AE1-A619-41F9-9B5D-C895967B43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8B01D8-F706-407C-AAE6-8FF26D66F1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D5159E-448B-4D09-85EC-FED37190E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688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20222C-5437-4FD9-A73E-39752148A6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A689954-928A-451B-BA14-A41F0A90B6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9D5BF3C-7776-47C7-BE81-E49F0BEEDF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30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EF8846F-F767-4FBA-A4EE-2FBA51F16D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157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9607F7E7-A0EA-4F6E-9C69-F7BCFF06F4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23"/>
            <a:ext cx="12192000" cy="6854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261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E7C1AD9-2E23-4502-9FB0-897E6A0D11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9757" y="0"/>
            <a:ext cx="122734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164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6ECAA5E-3577-4D56-BA91-204F293E44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-1"/>
            <a:ext cx="12185522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215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D92ABD1-B91B-4D99-B273-371667C1B6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223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D873047-86CF-4194-832A-0C93547BAA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336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942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65DE08A-F6F7-422C-A2AC-759778E471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136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Sang Bae</dc:creator>
  <cp:lastModifiedBy>Sang Bae</cp:lastModifiedBy>
  <cp:revision>2</cp:revision>
  <dcterms:created xsi:type="dcterms:W3CDTF">2026-07-30T20:44:11Z</dcterms:created>
  <dcterms:modified xsi:type="dcterms:W3CDTF">2026-07-30T20:44:39Z</dcterms:modified>
</cp:coreProperties>
</file>